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사용자 인증과 보안 (Auth)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jsonwebtoken · bcrypt · cookie-parser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사용자 인증과 보안 (Auth)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5-1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인증(Authentication) vs 인가(Authorization)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5-2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JWT(JSON Web Token) 이해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5-3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JWT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5-4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bcrypt 비밀번호 해싱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5-5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인증 미들웨어 구현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5-6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5-1. 인증(Authentication) vs 인가(Authorization)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인증(Authentication): "너 누구야?" -&gt; 로그인, 본인 확인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인가(Authorization): "너 이거 해도 돼?" -&gt; 권한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인증(Authentication): "너 누구야?" -&gt; 로그인, 본인 확인</a:t>
            </a:r>
          </a:p>
        </p:txBody>
      </p:sp>
      <p:pic>
        <p:nvPicPr>
          <p:cNvPr id="11" name="Picture 10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5-2. JWT(JSON Web Token)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JWT는 로그인한 사용자를 식별하기 위해 서버가 발급하는 토큰입니다.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Access Token: 짧은 만료 시간(15분~1시간), API 호출 시 사용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Refresh Token: 긴 만료 시간(7~30일), Access Token 재발급 시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JWT는 로그인한 사용자를 식별하기 위해 서버가 발급하는 토큰입니다.</a:t>
            </a:r>
          </a:p>
        </p:txBody>
      </p:sp>
      <p:pic>
        <p:nvPicPr>
          <p:cNvPr id="11" name="Picture 10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5-3. JWT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);</a:t>
            </a:r>
          </a:p>
        </p:txBody>
      </p:sp>
      <p:pic>
        <p:nvPicPr>
          <p:cNvPr id="11" name="Picture 10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5-4. bcrypt 비밀번호 해싱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사용자 비밀번호를 DB에 평문으로 저장하면 절대 안 됩니다. bcrypt는 비밀번호를 단방향 해싱하여 원본을 알 수 없게 만듭니다.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사용자 비밀번호를 DB에 평문으로 저장하면 절대 안 됩니다. bcrypt는 비밀번호를 단방향 해싱하여 원본을 알 수 없게 만듭니다.</a:t>
            </a:r>
          </a:p>
        </p:txBody>
      </p:sp>
      <p:pic>
        <p:nvPicPr>
          <p:cNvPr id="11" name="Picture 10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5-5. 인증 미들웨어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미들웨어(Middleware)는 요청이 컨트롤러에 도달하기 전에 실행되는 함수입니다. 인증이 필요한 라우터에 미들웨어를 붙이면 토큰 없이는 접근할 수 없게 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미들웨어(Middleware)는 요청이 컨트롤러에 도달하기 전에 실행되는 함수입니다. 인증이 필요한 라우터에 미들웨어를 붙이면 토큰 없이는 접근할 수 없게 됩니다.</a:t>
            </a:r>
          </a:p>
        </p:txBody>
      </p:sp>
      <p:pic>
        <p:nvPicPr>
          <p:cNvPr id="11" name="Picture 10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JWT 구조 (. 으로 구분된 3파트)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eyJhbGciOiJIUzI1NiIsInR5cCI6IkpXVCJ9   &lt;- Header (알고리즘 정보)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.eyJ1c2VySWQiOjEsImlhdCI6MTY5MDAwMH0    &lt;- Payload (실제 데이터)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.SflKxwRJSMeKKF2QT4fwpMeJf36POk6yJV_    &lt;- Signature (위변조 방지)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5-3. JWT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npm install jsonwebtoken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jwt = require("jsonwebtoken");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토큰 발급 (로그인 성공 시)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accessToken = jwt.sign(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{ userId: user.id, email: user.email },  // payload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  process.env.JWT_SECRET,                   // 비밀 키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  { expiresIn: "1h" }                       // 만료 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5-3. JWT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토큰 검증 (미들웨어)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decoded = jwt.verify(token, process.env.JWT_SECRET);</a:t>
            </a: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decoded: { userId: 1, email: "", iat: , exp: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5-4. bcrypt 비밀번호 해싱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npm install bcrypt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bcrypt = require("bcrypt");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회원가입 시 - 비밀번호 해싱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const saltRounds = 10;  // 높을수록 보안↑ 속도↓ (10이 적당)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hashedPassword = await bcrypt.hash(plainPassword, saltRounds);</a:t>
            </a: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DB에는 hashedPassword 저장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// 로그인 시 - 비밀번호 검증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isMatch = await bcrypt.compare(plainPassword, hashedPassword);</a:t>
            </a: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isMatch: true /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5-5. 인증 미들웨어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400">
                <a:solidFill>
                  <a:srgbClr val="86BE97"/>
                </a:solidFill>
                <a:latin typeface="Consolas"/>
              </a:defRPr>
            </a:pPr>
            <a:r>
              <a:rPr sz="1400">
                <a:solidFill>
                  <a:srgbClr val="86BE97"/>
                </a:solidFill>
                <a:latin typeface="Consolas"/>
              </a:rPr>
              <a:t>// src/middlewares/auth.middleware.js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jwt = require("jsonwebtoken");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const authMiddleware = (req, res, next) =&gt;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 authHeader = req.headers.authorization;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if (!authHeader || !authHeader.startsWith("Bearer "))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return res.status(401).json({ message: "토큰이 없습니다." });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const token = authHeader.split(" ")[1];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try {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Consolas"/>
              </a:defRPr>
            </a:pPr>
            <a:r>
              <a:rPr sz="1400">
                <a:solidFill>
                  <a:srgbClr val="EAEFF5"/>
                </a:solidFill>
                <a:latin typeface="Consolas"/>
              </a:rPr>
              <a:t>    const decoded = jwt.verify(token, process.env.JWT_SECRET);</a:t>
            </a:r>
          </a:p>
          <a:p>
            <a:pPr>
              <a:spcAft>
                <a:spcPts val="200"/>
              </a:spcAft>
              <a:defRPr sz="1400">
                <a:solidFill>
                  <a:srgbClr val="EAEFF5"/>
                </a:solidFill>
                <a:latin typeface="Malgun Gothic"/>
              </a:defRPr>
            </a:pPr>
            <a:r>
              <a:rPr sz="1400">
                <a:solidFill>
                  <a:srgbClr val="EAEFF5"/>
                </a:solidFill>
                <a:latin typeface="Malgun Gothic"/>
              </a:rPr>
              <a:t>    req.user = decoded;  // 다음 미들웨어/컨트롤러에서 사용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5-5. 인증 미들웨어 구현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  next();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} catch (err) {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Malgun Gothic"/>
              </a:defRPr>
            </a:pPr>
            <a:r>
              <a:rPr sz="1550">
                <a:solidFill>
                  <a:srgbClr val="EAEFF5"/>
                </a:solidFill>
                <a:latin typeface="Malgun Gothic"/>
              </a:rPr>
              <a:t>    return res.status(401).json({ message: "유효하지 않은 토큰입니다." });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module.exports = authMiddleware;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86BE97"/>
                </a:solidFill>
                <a:latin typeface="Malgun Gothic"/>
              </a:defRPr>
            </a:pPr>
            <a:r>
              <a:rPr sz="1550">
                <a:solidFill>
                  <a:srgbClr val="86BE97"/>
                </a:solidFill>
                <a:latin typeface="Malgun Gothic"/>
              </a:rPr>
              <a:t>// 라우터에서 미들웨어 적용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const auth = require("../middlewares/auth.middleware");</a:t>
            </a: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50">
                <a:solidFill>
                  <a:srgbClr val="EAEFF5"/>
                </a:solidFill>
                <a:latin typeface="Consolas"/>
              </a:defRPr>
            </a:pPr>
            <a:r>
              <a:rPr sz="1550">
                <a:solidFill>
                  <a:srgbClr val="EAEFF5"/>
                </a:solidFill>
                <a:latin typeface="Consolas"/>
              </a:rPr>
              <a:t>router.get("/profile", auth, userController.getProfile);</a:t>
            </a:r>
          </a:p>
          <a:p>
            <a:pPr>
              <a:spcAft>
                <a:spcPts val="200"/>
              </a:spcAft>
              <a:defRPr sz="1550">
                <a:solidFill>
                  <a:srgbClr val="86BE97"/>
                </a:solidFill>
                <a:latin typeface="Malgun Gothic"/>
              </a:defRPr>
            </a:pPr>
            <a:r>
              <a:rPr sz="1550">
                <a:solidFill>
                  <a:srgbClr val="86BE97"/>
                </a:solidFill>
                <a:latin typeface="Malgun Gothic"/>
              </a:rPr>
              <a:t>// auth 미들웨어 통과 후에만 getProfile 실행됨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POST /auth/signup: 회원가입 (bcrypt 해싱 포함)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POST /auth/login: 로그인 (JWT Access Token 발급)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GET /users/profile: 인증 미들웨어 적용 후 본인 정보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