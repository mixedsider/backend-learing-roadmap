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292608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>
                <a:solidFill>
                  <a:srgbClr val="FFC457"/>
                </a:solidFill>
                <a:latin typeface="Malgun Gothic"/>
              </a:rPr>
              <a:t>Chapter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30175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3063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5376672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>
                <a:solidFill>
                  <a:srgbClr val="DCEAF9"/>
                </a:solidFill>
                <a:latin typeface="Malgun Gothic"/>
              </a:rPr>
              <a:t>Node.js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6858000" cy="1417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800" b="1">
                <a:solidFill>
                  <a:srgbClr val="1C3456"/>
                </a:solidFill>
                <a:latin typeface="Malgun Gothic"/>
              </a:rPr>
              <a:t>API 문서화 (Swagger)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6583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F2937"/>
                </a:solidFill>
                <a:latin typeface="Malgun Gothic"/>
              </a:rPr>
              <a:t>교재 내용을 강의용으로 압축한 요약 슬라이드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6908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70866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Malgun Gothic"/>
              </a:rPr>
              <a:t>swagger-jsdoc · swagger-ui-express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C3456"/>
                </a:solidFill>
                <a:latin typeface="Malgun Gothic"/>
              </a:rPr>
              <a:t>API 문서화 (Swagger)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7-1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API 문서화가 중요한 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7-2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Swagger 설치 및 기본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7-3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JSDoc으로 API 명세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7-4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실습 과제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7-1. API 문서화가 중요한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Swagger는 API의 요청, 응답, 인증 방식을 문서로 확인하게 해줍니다.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Swagger는 API의 요청, 응답, 인증 방식을 문서로 확인하게 해줍니다.</a:t>
            </a:r>
          </a:p>
        </p:txBody>
      </p:sp>
      <p:pic>
        <p:nvPicPr>
          <p:cNvPr id="11" name="Picture 10" descr="swagger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7-2. Swagger 설치 및 기본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이 소단원의 핵심 개념을 먼저 이해하고, 이어지는 코드와 실습에서 직접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이 소단원의 핵심 개념을 먼저 이해하고, 이어지는 코드와 실습에서 직접 확인합니다.</a:t>
            </a:r>
          </a:p>
        </p:txBody>
      </p:sp>
      <p:pic>
        <p:nvPicPr>
          <p:cNvPr id="11" name="Picture 10" descr="swagger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7-3. JSDoc으로 API 명세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/**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* @swagger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* /api/users: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/**</a:t>
            </a:r>
          </a:p>
        </p:txBody>
      </p:sp>
      <p:pic>
        <p:nvPicPr>
          <p:cNvPr id="11" name="Picture 10" descr="swagger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7-2. Swagger 설치 및 기본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# npm install swagger-jsdoc swagger-ui-express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src/swagger.js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swaggerJsDoc = require("swagger-jsdoc");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options =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definition: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openapi: "3.0.0",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info: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  title: "My Backend API",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  version: "1.0.0",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    description: "실무형 백엔드 API 문서",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},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components: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  securitySchemes: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7-2. Swagger 설치 및 기본 설정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    BearerAuth: { type: "http", scheme: "bearer", bearerFormat: "JWT" 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  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},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security: [{ BearerAuth: [] }],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servers: [{ url: "http://localhost:3000" }],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},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apis: ["./src/routes/*.js"],  // JSDoc 주석이 있는 파일 경로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module.exports = swaggerJsDoc(options);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// app.js에 Swagger UI 연결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swaggerUi = require("swagger-ui-express");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swaggerSpec = require("./swagger");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7-2. Swagger 설치 및 기본 설정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app.use("/api-docs", swaggerUi.serve, swaggerUi.setup(swaggerSpec));</a:t>
            </a: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http://localhost:3000/api-docs 에서 문서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7-3. JSDoc으로 API 명세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Consolas"/>
              </a:defRPr>
            </a:pPr>
            <a:r>
              <a:rPr sz="1700">
                <a:solidFill>
                  <a:srgbClr val="86BE97"/>
                </a:solidFill>
                <a:latin typeface="Consolas"/>
              </a:rPr>
              <a:t>// src/routes/user.route.js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7-3. JSDoc으로 API 명세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router.post("/", validate(createUserSchema), userController.createUser);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실습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31520"/>
            <a:ext cx="73152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400" b="1">
                <a:solidFill>
                  <a:srgbClr val="1C3456"/>
                </a:solidFill>
                <a:latin typeface="Malgun Gothic"/>
              </a:rPr>
              <a:t>오늘의 완료 조건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1636776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81912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Swagger 설치 및 /api-docs 경로에서 UI 확인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2258568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203704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회원가입, 로그인, 프로필 조회 API에 Swagger 주석 추가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880360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07792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825496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Swagger UI에서 직접 API 호출 테스트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