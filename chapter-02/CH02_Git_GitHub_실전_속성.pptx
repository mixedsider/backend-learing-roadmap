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Git &amp; GitHub 실전 속성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Git ·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Git &amp; GitHub 실전 속성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왜 Git을 써야 하는가?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Git 핵심 개념 3가지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매일 쓰는 명령어 집중 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46704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328416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브랜치(Branch)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GitHub 연동 및 PR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.gitignore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좋은 커밋 메시지 작성법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46704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2-8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328416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2-1. 왜 Git을 써야 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Git은 코드 변경 이력을 기록하고 원하는 시점으로 되돌릴 수 있게 해줍니다.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Git은 코드 변경 이력을 기록하고 원하는 시점으로 되돌릴 수 있게 해줍니다.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2-2. Git 핵심 개념 3가지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현재 내가 파일을 수정하고 있는 폴더. 아직 Git이 추적하지 않는 상태입니다.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커밋에 포함할 파일을 "올려두는" 임시 공간. git add 명령으로 올립니다.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커밋이 저장되는 공간. 로컬 저장소(내 컴퓨터)와 원격 저장소(GitHub)로 나뉩니다.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현재 내가 파일을 수정하고 있는 폴더. 아직 Git이 추적하지 않는 상태입니다.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2-3. 매일 쓰는 명령어 집중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2-4. 브랜치(Branch)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브랜치는 기능 개발이나 버그 수정을 독립적으로 진행할 수 있는 작업 공간입니다. 실무에서는 아래와 같이 브랜치를 분리해서 사용합니다.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배포는 로컬에서 만든 서버를 실제 사용자가 접근 가능한 환경에 올리는 과정입니다.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dev -&gt; 개발 중인 코드를 통합하는 브랜치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브랜치는 기능 개발이나 버그 수정을 독립적으로 진행할 수 있는 작업 공간입니다. 실무에서는 아래와 같이 브랜치를 분리해서 사용합니다.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2-5. GitHub 연동 및 PR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GitHub에서 새 Repository 생성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로컬에서 feature 브랜치 생성 후 작업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GitHub 사이트에서 [Compare &amp; pull request] 버튼 클릭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GitHub에서 새 Repository 생성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2-6. .gitignore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아래 항목들은 절대 GitHub에 올라가면 안 됩니다. 프로젝트 루트에 .gitignore 파일을 만들어 제외하세요.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dist/ # 빌드 결과물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아래 항목들은 절대 GitHub에 올라가면 안 됩니다. 프로젝트 루트에 .gitignore 파일을 만들어 제외하세요.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2-7. 좋은 커밋 메시지 작성법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커밋 메시지는 협업 시 코드 이력을 이해하는 중요한 단서입니다. 아래 규칙을 따르면 팀원이 한눈에 알아볼 수 있습니다.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feat: 새로운 기능 추가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fix: 버그 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커밋 메시지는 협업 시 코드 이력을 이해하는 중요한 단서입니다. 아래 규칙을 따르면 팀원이 한눈에 알아볼 수 있습니다.</a:t>
            </a:r>
          </a:p>
        </p:txBody>
      </p:sp>
      <p:pic>
        <p:nvPicPr>
          <p:cNvPr id="11" name="Picture 10" descr="gi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2-3. 매일 쓰는 명령어 집중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1. Git 초기화 (프로젝트 폴더에서 한 번만)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git init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2. 변경된 파일을 스테이징에 추가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git add app.js             # 특정 파일만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git add .                  # 현재 폴더 전체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3. 스테이징된 내용을 커밋(저장)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git commit -m "feat: 사용자 로그인 API 추가"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4. 원격 저장소(GitHub)에 업로드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git push origin main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5. 원격 저장소에서 최신 코드 가져오기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git pull origin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2-3. 매일 쓰는 명령어 집중 실습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6. 현재 상태 확인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status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7. 커밋 이력 확인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log --oneline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2-4. 브랜치(Branch)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브랜치 생성 및 이동 (한 번에)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checkout -b feature/user-api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브랜치 목록 확인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branch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브랜치 이동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checkout main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브랜치 병합 (main으로 이동 후)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merge feature/user-api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원격 저장소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GitHub에서 새 Repository 생성 후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remote add origin https://github.com/username/repo-name.git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git push -u origin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2-6. .gitignore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# .gitignore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node_modules/       # 패키지 폴더 (용량이 너무 큼)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.env                # 환경변수 파일 (비밀번호, API 키 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2-6. .gitignore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*.log               # 로그 파일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.DS_Store           # macOS 시스템 파일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GitHub 계정 생성 및 새 Repository 만들기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로컬 프로젝트 폴더를 GitHub에 연결하여 첫 커밋 푸시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feature/hello 브랜치에서 파일 수정 후 PR 생성 -&gt; main 머지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