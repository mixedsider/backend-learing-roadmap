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최종 프로젝트 실무형 API 서버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Express.js · MySQL · Prisma · JWT · Swagger · Jest ·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최종 프로젝트 - 실무형 API 서버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10-1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10-2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요구사항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10-3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DB 스키마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46704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10-4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328416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최종 폴더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10-5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개발 진행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10-6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체크리스트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10-7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심화 도전 과제 (선택)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10-1. 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배포는 로컬에서 만든 서버를 실제 사용자가 접근 가능한 환경에 올리는 과정입니다.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배포는 로컬에서 만든 서버를 실제 사용자가 접근 가능한 환경에 올리는 과정입니다.</a:t>
            </a:r>
          </a:p>
        </p:txBody>
      </p:sp>
      <p:pic>
        <p:nvPicPr>
          <p:cNvPr id="11" name="Picture 10" descr="final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10-2. 요구사항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JWT는 로그인한 사용자를 식별하기 위해 서버가 발급하는 토큰입니다.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JWT는 로그인한 사용자를 식별하기 위해 서버가 발급하는 토큰입니다.</a:t>
            </a:r>
          </a:p>
        </p:txBody>
      </p:sp>
      <p:pic>
        <p:nvPicPr>
          <p:cNvPr id="11" name="Picture 10" descr="final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10-3. DB 스키마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final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10-4. 최종 폴더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├── prisma/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│ └── schema.prisma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├── 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├── prisma/</a:t>
            </a:r>
          </a:p>
        </p:txBody>
      </p:sp>
      <p:pic>
        <p:nvPicPr>
          <p:cNvPr id="11" name="Picture 10" descr="final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10-5. 개발 진행 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프로젝트 초기화: npm init, 패키지 설치, 폴더 구조 생성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Prisma 스키마 작성 -&gt; npx prisma migrate dev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JWT는 로그인한 사용자를 식별하기 위해 서버가 발급하는 토큰입니다.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프로젝트 초기화: npm init, 패키지 설치, 폴더 구조 생성</a:t>
            </a:r>
          </a:p>
        </p:txBody>
      </p:sp>
      <p:pic>
        <p:nvPicPr>
          <p:cNvPr id="11" name="Picture 10" descr="final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10-3. DB 스키마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prisma/schema.prisma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model User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id        Int       @id @default(autoincrement())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name      String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email     String    @unique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password  String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posts     Post[]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comments  Comment[]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createdAt DateTime  @default(now())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model Post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id        Int       @id @default(autoincrement())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title    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10-3. DB 스키마 설계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content   String    @db.Text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author    User      @relation(fields: [userId], references: [id])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userId    Int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comments  Comment[]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createdAt DateTime  @default(now())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updatedAt DateTime  @updatedAt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model Comment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id        Int      @id @default(autoincrement())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content   String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author    User     @relation(fields: [userId], references: [id])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userId    Int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post      Post     @relation(fields: [postId], references: [id])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postId    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10-3. DB 스키마 설계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createdAt DateTime @default(now())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10-4. 최종 폴더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my-blog-api/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10-4. 최종 폴더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package.json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모든 비밀번호는 bcrypt로 해싱되어 저장되는가?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인증이 필요한 API에 auth 미들웨어가 적용되어 있는가?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본인 게시글/댓글만 수정/삭제 가능한가?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3502152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529584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447288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.env 파일이 .gitignore에 포함되어 있는가?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" y="4123944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51376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069080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Swagger 문서에서 모든 API를 테스트할 수 있는가?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" y="474573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77316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69087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Jest 테스트가 에러 없이 통과되는가?</a:t>
            </a:r>
          </a:p>
        </p:txBody>
      </p:sp>
      <p:sp>
        <p:nvSpPr>
          <p:cNvPr id="25" name="Oval 24"/>
          <p:cNvSpPr/>
          <p:nvPr/>
        </p:nvSpPr>
        <p:spPr>
          <a:xfrm>
            <a:off x="859536" y="536752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39496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31266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EC2에서 PM2로 서버가 안정적으로 실행되고 있는가?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