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292608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>
                <a:solidFill>
                  <a:srgbClr val="FFC457"/>
                </a:solidFill>
                <a:latin typeface="Malgun Gothic"/>
              </a:rPr>
              <a:t>Chapter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30175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3063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5376672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>
                <a:solidFill>
                  <a:srgbClr val="DCEAF9"/>
                </a:solidFill>
                <a:latin typeface="Malgun Gothic"/>
              </a:rPr>
              <a:t>Node.js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85800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800" b="1">
                <a:solidFill>
                  <a:srgbClr val="1C3456"/>
                </a:solidFill>
                <a:latin typeface="Malgun Gothic"/>
              </a:rPr>
              <a:t>배포와 인프라 (DevOps 입문)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6583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F2937"/>
                </a:solidFill>
                <a:latin typeface="Malgun Gothic"/>
              </a:rPr>
              <a:t>교재 내용을 강의용으로 압축한 요약 슬라이드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70866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Malgun Gothic"/>
              </a:rPr>
              <a:t>AWS EC2 · AWS RDS · GitHub Actions · PM2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C3456"/>
                </a:solidFill>
                <a:latin typeface="Malgun Gothic"/>
              </a:rPr>
              <a:t>배포와 인프라 (DevOps 입문)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9-1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배포란 무엇인가?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9-2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환경 변수 분리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9-3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AWS EC2 서버 배포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9-4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AWS RDS MySQL 운영 환경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9-5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GitHub Actions CI/CD 맛보기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9-6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실습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9-1. 배포란 무엇인가?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배포는 로컬에서 만든 서버를 실제 사용자가 접근 가능한 환경에 올리는 과정입니다.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배포는 로컬에서 만든 서버를 실제 사용자가 접근 가능한 환경에 올리는 과정입니다.</a:t>
            </a:r>
          </a:p>
        </p:txBody>
      </p:sp>
      <p:pic>
        <p:nvPicPr>
          <p:cNvPr id="11" name="Picture 10" descr="deploym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9-2. 환경 변수 분리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개발 환경(local)과 운영 환경(production)의 설정이 다르기 때문에, 환경별로 .env 파일을 분리해서 관리합니다.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개발 환경(local)과 운영 환경(production)의 설정이 다르기 때문에, 환경별로 .env 파일을 분리해서 관리합니다.</a:t>
            </a:r>
          </a:p>
        </p:txBody>
      </p:sp>
      <p:pic>
        <p:nvPicPr>
          <p:cNvPr id="11" name="Picture 10" descr="env_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9-3. AWS EC2 서버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AWS 가입 후 EC2 인스턴스(Ubuntu 22.04 LTS) 생성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보안 그룹에서 22(SSH), 80(HTTP), 3000(Node.js) 포트 허용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SSH로 EC2 접속: ssh -i key.pem ubuntu@EC2_IP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AWS 가입 후 EC2 인스턴스(Ubuntu 22.04 LTS) 생성</a:t>
            </a:r>
          </a:p>
        </p:txBody>
      </p:sp>
      <p:pic>
        <p:nvPicPr>
          <p:cNvPr id="11" name="Picture 10" descr="client_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9-4. AWS RDS MySQL 운영 환경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AWS RDS에서 MySQL 8.0 인스턴스 생성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보안 그룹에서 EC2의 IP만 3306 포트 허용 (보안 중요!)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EC2에서 npx prisma migrate deploy 로 운영 DB에 스키마 적용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AWS RDS에서 MySQL 8.0 인스턴스 생성</a:t>
            </a:r>
          </a:p>
        </p:txBody>
      </p:sp>
      <p:pic>
        <p:nvPicPr>
          <p:cNvPr id="11" name="Picture 10" descr="deploym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9-5. GitHub Actions CI/CD 맛보기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배포는 로컬에서 만든 서버를 실제 사용자가 접근 가능한 환경에 올리는 과정입니다.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배포는 로컬에서 만든 서버를 실제 사용자가 접근 가능한 환경에 올리는 과정입니다.</a:t>
            </a:r>
          </a:p>
        </p:txBody>
      </p:sp>
      <p:pic>
        <p:nvPicPr>
          <p:cNvPr id="11" name="Picture 10" descr="deploym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9-2. 환경 변수 분리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.env.development   # 개발용 (로컬 DB, 디버그 로그 등)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.env.production    # 운영용 (RDS DB, 에러 로그만 등)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.env.test          # 테스트용 (테스트 DB)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NODE_ENV 환경 변수로 구분</a:t>
            </a: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// package.json scripts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"dev":   "NODE_ENV=development nodemon src/server.js",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"start": "NODE_ENV=production node src/server.js",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"test":  "NODE_ENV=test jest"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기본 배포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EC2에서 PM2 사용법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npm install -g pm2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앱 실행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pm2 start src/server.js --name my-api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상태 확인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pm2 status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로그 확인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pm2 logs my-api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서버 재시작 시 자동 실행 등록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pm2 startup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pm2 save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9-5. GitHub Actions CI/CD 맛보기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# .github/workflows/deploy.yml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name: Deploy to EC2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on: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push: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branches: [main]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jobs: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deploy: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runs-on: ubuntu-latest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steps: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  - uses: actions/checkout@v3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  - name: Run Tests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    run: 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9-5. GitHub Actions CI/CD 맛보기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  npm install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  npm test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- name: Deploy to EC2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uses: appleboy/ssh-action@v1.0.0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with: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  host: ${{ secrets.EC2_HOST }}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  username: ubuntu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  key: ${{ secrets.EC2_KEY }}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  script: |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    cd /home/ubuntu/my-api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    git pull origin main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    npm install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        pm2 restart my-api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실습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31520"/>
            <a:ext cx="73152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1C3456"/>
                </a:solidFill>
                <a:latin typeface="Malgun Gothic"/>
              </a:rPr>
              <a:t>오늘의 완료 조건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1636776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AWS EC2 인스턴스 생성 후 SSH 접속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2258568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203704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GitHub에서 코드 clone 후 PM2로 서버 실행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880360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07792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825496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AWS RDS 생성 후 운영 DB와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