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비즈니스 로직과 예외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Zod · Winston · morgan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비즈니스 로직과 예외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6-1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계층형 아키텍처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6-2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커스텀 에러 클래스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6-3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글로벌 에러 핸들러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6-4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Zod 유효성 검사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6-5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Winston 로깅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6-6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6-1. 계층형 아키텍처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코드를 역할에 따라 계층으로 분리하면 유지보수가 쉽고 테스트하기 용이합니다. Node.js 백엔드에서는 아래 3계층 구조가 표준입니다.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Controller: HTTP 요청/응답 처리. 비즈니스 로직 직접 구현 ❌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Service: 핵심 비즈니스 로직 처리. DB에 직접 접근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코드를 역할에 따라 계층으로 분리하면 유지보수가 쉽고 테스트하기 용이합니다. Node.js 백엔드에서는 아래 3계층 구조가 표준입니다.</a:t>
            </a:r>
          </a:p>
        </p:txBody>
      </p:sp>
      <p:pic>
        <p:nvPicPr>
          <p:cNvPr id="11" name="Picture 10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6-2. 커스텀 에러 클래스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6-3. 글로벌 에러 핸들러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이 소단원의 핵심 개념을 먼저 이해하고, 이어지는 코드와 실습에서 직접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이 소단원의 핵심 개념을 먼저 이해하고, 이어지는 코드와 실습에서 직접 확인합니다.</a:t>
            </a:r>
          </a:p>
        </p:txBody>
      </p:sp>
      <p:pic>
        <p:nvPicPr>
          <p:cNvPr id="11" name="Picture 10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6-4. Zod 유효성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사용자가 보낸 요청 데이터가 형식에 맞는지 반드시 검증해야 합니다. Zod는 TypeScript 친화적이고 직관적인 유효성 검사 라이브러리입니다.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사용자가 보낸 요청 데이터가 형식에 맞는지 반드시 검증해야 합니다. Zod는 TypeScript 친화적이고 직관적인 유효성 검사 라이브러리입니다.</a:t>
            </a:r>
          </a:p>
        </p:txBody>
      </p:sp>
      <p:pic>
        <p:nvPicPr>
          <p:cNvPr id="11" name="Picture 10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6-5. Winston 로깅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logger.info("서버 시작됨");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logger.error("DB 연결 실패", { error: err.message 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logger.info("서버 시작됨");</a:t>
            </a:r>
          </a:p>
        </p:txBody>
      </p:sp>
      <p:pic>
        <p:nvPicPr>
          <p:cNvPr id="11" name="Picture 10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6-1. 계층형 아키텍처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흐름: Request → Controller → Service → Repository → DB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user.controller.js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exports.createUser = async (req, res, next)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try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user = await userService.createUser(req.body);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res.status(201).json(user);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 catch (err)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next(err);  // 에러를 에러 핸들러로 전달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user.service.js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exports.createUser = async ({ name, email, password })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existing = await userRepository.findByEmail(email);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6-1. 계층형 아키텍처 패턴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if (existing) throw new ConflictError("이미 존재하는 이메일입니다.");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const hashed = await bcrypt.hash(password, 10);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return userRepository.create({ name, email, password: hashed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user.repository.js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exports.findByEmail = (email) =&gt; prisma.user.findUnique({ where: { email }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exports.create = (data) =&gt; prisma.user.create({ data 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6-2. 커스텀 에러 클래스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src/errors/AppError.js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class AppError extends Error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constructor(message, statusCode)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super(message);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this.statusCode = statusCode;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this.isOperational = true;  // 예상된 에러 표시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class NotFoundError extends AppError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constructor(message = "리소스를 찾을 수 없습니다.")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super(message, 404);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6-2. 커스텀 에러 클래스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class ConflictError extends AppError {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Malgun Gothic"/>
              </a:defRPr>
            </a:pPr>
            <a:r>
              <a:rPr sz="1550">
                <a:solidFill>
                  <a:srgbClr val="EAEFF5"/>
                </a:solidFill>
                <a:latin typeface="Malgun Gothic"/>
              </a:rPr>
              <a:t>  constructor(message = "이미 존재합니다.") {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super(message, 409);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class UnauthorizedError extends AppError {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Malgun Gothic"/>
              </a:defRPr>
            </a:pPr>
            <a:r>
              <a:rPr sz="1550">
                <a:solidFill>
                  <a:srgbClr val="EAEFF5"/>
                </a:solidFill>
                <a:latin typeface="Malgun Gothic"/>
              </a:rPr>
              <a:t>  constructor(message = "인증이 필요합니다.") {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super(message, 401);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module.exports = { AppError, NotFoundError, ConflictError, UnauthorizedError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6-3. 글로벌 에러 핸들러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src/middlewares/errorHandler.js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{ AppError } = require("../errors/AppError");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errorHandler = (err, req, res, next) =&gt; {</a:t>
            </a: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  // 운영 환경에서는 스택 트레이스 숨김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if (process.env.NODE_ENV === "production")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if (err.isOperational)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  return res.status(err.statusCode).json({ message: err.message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return res.status(500).json({ message: "서버 오류가 발생했습니다."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  // 개발 환경에서는 전체 에러 출력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res.status(err.statusCode || 500).json({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message: err.message,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6-3. 글로벌 에러 핸들러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  stack: err.stack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module.exports = errorHandler;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6-4. Zod 유효성 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npm install zod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{ z } = require("zod");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스키마 정의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createUserSchema = z.object({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name:     z.string().min(2, "이름은 2글자 이상"),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email:    z.string().email("올바른 이메일 형식"),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password: z.string().min(8, "비밀번호는 8자 이상"),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미들웨어로 활용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validate = (schema) =&gt; (req, res, next)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result = schema.safeParse(req.body);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if (!result.success)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return res.status(400).json({ errors: result.error.flatten() 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6-4. Zod 유효성 검사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req.body = result.data;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next();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라우터에 적용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router.post("/", validate(createUserSchema), userController.createUser);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6-5. Winston 로깅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npm install winston</a:t>
            </a: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src/utils/logger.js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winston = require("winston");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logger = winston.createLogger({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level: "info",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format: winston.format.combine(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winston.format.timestamp(),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winston.format.json()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transports: [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new winston.transports.Console(),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new winston.transports.File({ filename: "logs/error.log", level: "error"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}),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new winston.transports.File({ filename: "logs/combined.log" }),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6-5. Winston 로깅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module.exports = logger;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사용법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Controller - Service - Repository 3계층으로 기존 코드 리팩토링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NotFoundError, ConflictError 커스텀 에러 클래스 만들기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Zod로 회원가입 요청 유효성 검사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