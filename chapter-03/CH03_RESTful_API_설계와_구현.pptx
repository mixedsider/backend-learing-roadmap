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RESTful API 설계와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Express.js · Postman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RESTful API 설계와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3-1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REST API란 무엇인가?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3-2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HTTP 메서드와 상태 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3-3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Express.js 프로젝트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46704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328416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Express.js 기본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3-5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라우터와 컨트롤러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3-6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Postman으로 API 테스트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3-7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3-1. REST API란 무엇인가?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REST는 자원을 URL로 표현하고 HTTP 메서드로 행위를 나타내는 설계 방식입니다.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자원은 명사로 표현: /users, /products, /orders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행위는 HTTP 메서드로: GET(조회), POST(생성), PUT(수정), DELETE(삭제)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REST는 자원을 URL로 표현하고 HTTP 메서드로 행위를 나타내는 설계 방식입니다.</a:t>
            </a:r>
          </a:p>
        </p:txBody>
      </p:sp>
      <p:pic>
        <p:nvPicPr>
          <p:cNvPr id="11" name="Picture 10" descr="rest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3-2. HTTP 메서드와 상태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200 OK -&gt; 성공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201 Created -&gt; 생성 성공 (POST 응답)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400 Bad Request -&gt; 잘못된 요청 (클라이언트 오류)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200 OK -&gt; 성공</a:t>
            </a:r>
          </a:p>
        </p:txBody>
      </p:sp>
      <p:pic>
        <p:nvPicPr>
          <p:cNvPr id="11" name="Picture 10" descr="http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3-3. Express.js 프로젝트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├── src/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│ ├── routes/ # 라우터 파일들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│ │ └── user.route.js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├── src/</a:t>
            </a:r>
          </a:p>
        </p:txBody>
      </p:sp>
      <p:pic>
        <p:nvPicPr>
          <p:cNvPr id="11" name="Picture 10" descr="rest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3-4. Express.js 기본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rest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3-5. 라우터와 컨트롤러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rest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3-6. Postman으로 API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Postman 설치 (https://www.postman.com)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New Request 생성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메서드 선택 (GET / POST 등) + URL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Postman 설치 (https://www.postman.com)</a:t>
            </a:r>
          </a:p>
        </p:txBody>
      </p:sp>
      <p:pic>
        <p:nvPicPr>
          <p:cNvPr id="11" name="Picture 10" descr="rest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3-3. Express.js 프로젝트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my-api/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3-3. Express.js 프로젝트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package.json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3-4. Express.js 기본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src/app.js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express = require("express");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app = express();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JSON 요청 바디 파싱 미들웨어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app.use(express.json());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라우터 연결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userRouter = require("./routes/user.route");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app.use("/api/users", userRouter);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404 처리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app.use((req, res)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res.status(404).json({ message: "존재하지 않는 경로입니다."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3-4. Express.js 기본 설정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module.exports = app;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3-5. 라우터와 컨트롤러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src/routes/user.route.js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express = require("express");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router = express.Router();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userController = require("../controllers/user.controller");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router.get("/",       userController.getAllUsers);  // GET /api/users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router.get("/:id",    userController.getUserById); // GET /api/users/1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router.post("/",      userController.createUser);  // POST /api/users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router.put("/:id",    userController.updateUser);  // PUT /api/users/1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router.delete("/:id", userController.deleteUser);  // DELETE /api/users/1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module.exports = router;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src/controllers/user.controller.js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const users = []; // 임시 데이터 (나중에 DB로 교체)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3-5. 라우터와 컨트롤러 분리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exports.getAllUsers = (req, res)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res.status(200).json(users);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exports.getUserById = (req, res)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 user = users.find(u =&gt; u.id === parseInt(req.params.id));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if (!user) return res.status(404).json({ message: "유저를 찾을 수 없습니다."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res.status(200).json(user);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exports.createUser = (req, res)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 { name, email } = req.body;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 newUser = { id: users.length + 1, name, email };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users.push(newUser);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3-5. 라우터와 컨트롤러 분리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res.status(201).json(newUser);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Express.js로 간단한 할 일(Todo) CRUD API 구현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GET /todos, POST /todos, PUT /todos/:id, DELETE /todos/:id 모두 구현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Postman으로 각 API 동작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