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C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292608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>
                <a:solidFill>
                  <a:srgbClr val="FFC457"/>
                </a:solidFill>
                <a:latin typeface="Malgun Gothic"/>
              </a:rPr>
              <a:t>Chapter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301752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3063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5376672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>
                <a:solidFill>
                  <a:srgbClr val="DCEAF9"/>
                </a:solidFill>
                <a:latin typeface="Malgun Gothic"/>
              </a:rPr>
              <a:t>Node.js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25880"/>
            <a:ext cx="6858000" cy="1417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800" b="1">
                <a:solidFill>
                  <a:srgbClr val="1C3456"/>
                </a:solidFill>
                <a:latin typeface="Malgun Gothic"/>
              </a:rPr>
              <a:t>테스트와 품질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65836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1F2937"/>
                </a:solidFill>
                <a:latin typeface="Malgun Gothic"/>
              </a:rPr>
              <a:t>교재 내용을 강의용으로 압축한 요약 슬라이드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6908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89120"/>
            <a:ext cx="708660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F2937"/>
                </a:solidFill>
                <a:latin typeface="Malgun Gothic"/>
              </a:rPr>
              <a:t>Jest · Supertest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C3456"/>
                </a:solidFill>
                <a:latin typeface="Malgun Gothic"/>
              </a:rPr>
              <a:t>테스트와 품질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8-1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테스트가 필요한 이유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8-2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Jest 기본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8-3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Unit Test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8-4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Integration Test (Supertest)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8-5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TDD (테스트 주도 개발) 개념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8-6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실습 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8-1. 테스트가 필요한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기능을 추가할 때마다 기존 코드가 망가지지 않는지 매번 Postman으로 확인하는 것은 비효율적입니다.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Unit Test (단위 테스트): 함수/클래스 단위로 독립적으로 테스트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Integration Test (통합 테스트): 여러 컴포넌트가 함께 동작하는지 테스트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기능을 추가할 때마다 기존 코드가 망가지지 않는지 매번 Postman으로 확인하는 것은 비효율적입니다.</a:t>
            </a:r>
          </a:p>
        </p:txBody>
      </p:sp>
      <p:pic>
        <p:nvPicPr>
          <p:cNvPr id="11" name="Picture 10" descr="testing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8-2. Jest 기본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이 소단원의 핵심 개념을 먼저 이해하고, 이어지는 코드와 실습에서 직접 확인합니다.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이 소단원의 핵심 개념을 먼저 이해하고, 이어지는 코드와 실습에서 직접 확인합니다.</a:t>
            </a:r>
          </a:p>
        </p:txBody>
      </p:sp>
      <p:pic>
        <p:nvPicPr>
          <p:cNvPr id="11" name="Picture 10" descr="testing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8-3. Unit Test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이 소단원의 핵심 개념을 먼저 이해하고, 이어지는 코드와 실습에서 직접 확인합니다.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이 소단원의 핵심 개념을 먼저 이해하고, 이어지는 코드와 실습에서 직접 확인합니다.</a:t>
            </a:r>
          </a:p>
        </p:txBody>
      </p:sp>
      <p:pic>
        <p:nvPicPr>
          <p:cNvPr id="11" name="Picture 10" descr="testing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8-4. Integration Test (Supertest)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이 소단원의 핵심 개념을 먼저 이해하고, 이어지는 코드와 실습에서 직접 확인합니다.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이 소단원의 핵심 개념을 먼저 이해하고, 이어지는 코드와 실습에서 직접 확인합니다.</a:t>
            </a:r>
          </a:p>
        </p:txBody>
      </p:sp>
      <p:pic>
        <p:nvPicPr>
          <p:cNvPr id="11" name="Picture 10" descr="testing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8-5. TDD (테스트 주도 개발) 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TDD는 "테스트를 먼저 작성하고, 테스트를 통과하는 코드를 그 다음에 작성"하는 개발 방법론입니다.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Red: 실패하는 테스트 먼저 작성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Green: 테스트를 통과하는 최소한의 코드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TDD는 "테스트를 먼저 작성하고, 테스트를 통과하는 코드를 그 다음에 작성"하는 개발 방법론입니다.</a:t>
            </a:r>
          </a:p>
        </p:txBody>
      </p:sp>
      <p:pic>
        <p:nvPicPr>
          <p:cNvPr id="11" name="Picture 10" descr="testing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8-2. Jest 기본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86BE97"/>
                </a:solidFill>
                <a:latin typeface="Consolas"/>
              </a:defRPr>
            </a:pPr>
            <a:r>
              <a:rPr sz="1700">
                <a:solidFill>
                  <a:srgbClr val="86BE97"/>
                </a:solidFill>
                <a:latin typeface="Consolas"/>
              </a:rPr>
              <a:t># npm install --save-dev jest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Consolas"/>
              </a:defRPr>
            </a:pPr>
            <a:r>
              <a:rPr sz="1700">
                <a:solidFill>
                  <a:srgbClr val="86BE97"/>
                </a:solidFill>
                <a:latin typeface="Consolas"/>
              </a:rPr>
              <a:t>// package.json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"scripts": {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"test": "jest",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"test:watch": "jest --watch",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"test:coverage": "jest --coverage"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8-3. Unit Test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src/utils/password.util.js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bcrypt = require("bcrypt");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exports.hashPassword = async (password) =&gt; bcrypt.hash(password, 10);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exports.comparePassword = async (plain, hashed) =&gt; bcrypt.compare(plain,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hashed);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tests/unit/password.util.test.js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{ hashPassword, comparePassword } =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require("../../src/utils/password.util");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describe("Password Utils", () =&gt;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it("비밀번호를 해싱해야 한다", async () =&gt;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const plain = "mypassword";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const hashed = await hashPassword(plain);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8-3. Unit Test 작성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  expect(hashed).not.toBe(plain);  // 해싱된 값은 원본과 달라야 함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expect(hashed.length).toBeGreaterThan(0);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it("올바른 비밀번호 비교가 되어야 한다", async () =&gt;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const plain = "mypassword";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const hashed = await hashPassword(plain);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const result = await comparePassword(plain, hashed);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expect(result).toBe(true);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it("틀린 비밀번호는 false를 반환해야 한다", async () =&gt;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const hashed = await hashPassword("correct");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const result = await comparePassword("wrong", hashed);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expect(result).toBe(false);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8-3. Unit Test 작성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8-4. Integration Test (Supertest)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# npm install --save-dev supertest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tests/integration/user.test.js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request = require("supertest");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app = require("../../src/app");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describe("POST /api/users (회원가입)", () =&gt;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it("올바른 정보로 회원가입 성공 (201)", async () =&gt;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const res = await request(app)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  .post("/api/users")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    .send({ name: "테스트", email: "test@test.com", password: "password123" });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expect(res.statusCode).toBe(201);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expect(res.body).toHaveProperty("id");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expect(res.body.email).toBe("test@test.com");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8-4. Integration Test (Supertest)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  it("이메일 누락 시 400 에러", async () =&gt; {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  const res = await request(app)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    .post("/api/users")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      .send({ name: "테스트", password: "password123" });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  expect(res.statusCode).toBe(400);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실습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31520"/>
            <a:ext cx="73152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400" b="1">
                <a:solidFill>
                  <a:srgbClr val="1C3456"/>
                </a:solidFill>
                <a:latin typeface="Malgun Gothic"/>
              </a:rPr>
              <a:t>오늘의 완료 조건</a:t>
            </a:r>
          </a:p>
        </p:txBody>
      </p:sp>
      <p:sp>
        <p:nvSpPr>
          <p:cNvPr id="7" name="Oval 6"/>
          <p:cNvSpPr/>
          <p:nvPr/>
        </p:nvSpPr>
        <p:spPr>
          <a:xfrm>
            <a:off x="859536" y="1636776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81912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authService의 login 함수에 대한 Unit Test 작성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2258568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86000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203704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POST /auth/login API에 대한 Integration Test 작성 (성공/실패 케이스 모두)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2880360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907792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825496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jest --coverage로 테스트 커버리지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