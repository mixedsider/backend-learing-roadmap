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데이터베이스 핵심 및 연동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MySQL 8.0 · Prisma ORM · MySQL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데이터베이스 핵심 및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4-1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RDBMS vs NoSQL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4-2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SQL 핵심 문법 (CRUD)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4-3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스키마 설계 기초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4-4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Prisma ORM 세팅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4-5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Prisma 마이그레이션 및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4-6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4-1. RDBMS vs NoSQL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데이터를 표(Table) 형태로 저장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행(Row)과 열(Column)로 구성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테이블 간 관계(Relation)를 설정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데이터를 표(Table) 형태로 저장</a:t>
            </a:r>
          </a:p>
        </p:txBody>
      </p:sp>
      <p:pic>
        <p:nvPicPr>
          <p:cNvPr id="11" name="Picture 10" descr="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4-2. SQL 핵심 문법 (CRUD)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);</a:t>
            </a:r>
          </a:p>
        </p:txBody>
      </p:sp>
      <p:pic>
        <p:nvPicPr>
          <p:cNvPr id="11" name="Picture 10" descr="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4-3. 스키마 설계 기초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users 테이블: id, name, email, password, created_at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posts 테이블: id, title, content, user_id (FK), created_at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1NF: 각 열에는 원자적(단일) 값만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users 테이블: id, name, email, password, created_at</a:t>
            </a:r>
          </a:p>
        </p:txBody>
      </p:sp>
      <p:pic>
        <p:nvPicPr>
          <p:cNvPr id="11" name="Picture 10" descr="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4-4. Prisma ORM 세팅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ORM(Object-Relational Mapping)은 SQL을 직접 쓰지 않고 JavaScript 코드로 DB를 다룰 수 있게 해주는 도구입니다.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ORM(Object-Relational Mapping)은 SQL을 직접 쓰지 않고 JavaScript 코드로 DB를 다룰 수 있게 해주는 도구입니다.</a:t>
            </a:r>
          </a:p>
        </p:txBody>
      </p:sp>
      <p:pic>
        <p:nvPicPr>
          <p:cNvPr id="11" name="Picture 10" descr="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4-5. Prisma 마이그레이션 및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await prisma.user.update({ where: { id: 1 }, data: { name: "홍길동" } });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await prisma.user.delete({ where: { id: 1 } 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await prisma.user.update({ where: { id: 1 }, data: { name: "홍길동" } });</a:t>
            </a:r>
          </a:p>
        </p:txBody>
      </p:sp>
      <p:pic>
        <p:nvPicPr>
          <p:cNvPr id="11" name="Picture 10" descr="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4-2. SQL 핵심 문법 (CRUD)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-- 테이블 생성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CREATE TABLE users (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id         INT AUTO_INCREMENT PRIMARY KEY,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name       VARCHAR(50)  NOT NULL,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email      VARCHAR(100) NOT NULL UNIQUE,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created_at DATETIME     DEFAULT CURRENT_TIMESTAMP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4-2. SQL 핵심 문법 (CRUD)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550">
                <a:solidFill>
                  <a:srgbClr val="86BE97"/>
                </a:solidFill>
                <a:latin typeface="Malgun Gothic"/>
              </a:defRPr>
            </a:pPr>
            <a:r>
              <a:rPr sz="1550">
                <a:solidFill>
                  <a:srgbClr val="86BE97"/>
                </a:solidFill>
                <a:latin typeface="Malgun Gothic"/>
              </a:rPr>
              <a:t>-- 데이터 삽입 (Create)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Malgun Gothic"/>
              </a:defRPr>
            </a:pPr>
            <a:r>
              <a:rPr sz="1550">
                <a:solidFill>
                  <a:srgbClr val="EAEFF5"/>
                </a:solidFill>
                <a:latin typeface="Malgun Gothic"/>
              </a:rPr>
              <a:t>INSERT INTO users (name, email) VALUES ("이은성", "test@test.com");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86BE97"/>
                </a:solidFill>
                <a:latin typeface="Malgun Gothic"/>
              </a:defRPr>
            </a:pPr>
            <a:r>
              <a:rPr sz="1550">
                <a:solidFill>
                  <a:srgbClr val="86BE97"/>
                </a:solidFill>
                <a:latin typeface="Malgun Gothic"/>
              </a:rPr>
              <a:t>-- 데이터 조회 (Read)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SELECT * FROM users;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SELECT id, name FROM users WHERE id = 1;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86BE97"/>
                </a:solidFill>
                <a:latin typeface="Malgun Gothic"/>
              </a:defRPr>
            </a:pPr>
            <a:r>
              <a:rPr sz="1550">
                <a:solidFill>
                  <a:srgbClr val="86BE97"/>
                </a:solidFill>
                <a:latin typeface="Malgun Gothic"/>
              </a:rPr>
              <a:t>-- 데이터 수정 (Update)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Malgun Gothic"/>
              </a:defRPr>
            </a:pPr>
            <a:r>
              <a:rPr sz="1550">
                <a:solidFill>
                  <a:srgbClr val="EAEFF5"/>
                </a:solidFill>
                <a:latin typeface="Malgun Gothic"/>
              </a:rPr>
              <a:t>UPDATE users SET name = "홍길동" WHERE id = 1;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86BE97"/>
                </a:solidFill>
                <a:latin typeface="Malgun Gothic"/>
              </a:defRPr>
            </a:pPr>
            <a:r>
              <a:rPr sz="1550">
                <a:solidFill>
                  <a:srgbClr val="86BE97"/>
                </a:solidFill>
                <a:latin typeface="Malgun Gothic"/>
              </a:rPr>
              <a:t>-- 데이터 삭제 (Delete)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DELETE FROM users WHERE id = 1;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간단한 ERD 예시 (User - Post 관계)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-- users.id : posts.user_id = 1 : N 관계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4-4. Prisma ORM 세팅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설치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npm install prisma @prisma/client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npx prisma init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.env - DATABASE_URL 설정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DATABASE_URL="mysql://root:password@localhost:3306/mydb"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prisma/schema.prisma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generator client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provider = "prisma-client-js"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datasource db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provider = "mysql"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url      = env("DATABASE_URL")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4-4. Prisma ORM 세팅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model User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id        Int      @id @default(autoincrement())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name      String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email     String   @unique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password  String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posts     Post[]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createdAt DateTime @default(now())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model Post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id        Int      @id @default(autoincrement())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title     String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content  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4-4. Prisma ORM 세팅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author    User     @relation(fields: [userId], references: [id])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userId    Int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createdAt DateTime @default(now())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4-5. Prisma 마이그레이션 및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스키마를 DB에 반영 (마이그레이션)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npx prisma migrate dev --name init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# Prisma Studio (GUI로 DB 확인)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npx prisma studio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src/db/prisma.js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{ PrismaClient } = require("@prisma/client");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prisma = new PrismaClient();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module.exports = prisma;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사용 예시 (user.repository.js)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prisma = require("../db/prisma");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86BE97"/>
                </a:solidFill>
                <a:latin typeface="Malgun Gothic"/>
              </a:defRPr>
            </a:pPr>
            <a:r>
              <a:rPr sz="1400">
                <a:solidFill>
                  <a:srgbClr val="86BE97"/>
                </a:solidFill>
                <a:latin typeface="Malgun Gothic"/>
              </a:rPr>
              <a:t>// 전체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4-5. Prisma 마이그레이션 및 CRUD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users = await prisma.user.findMany();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단건 조회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user = await prisma.user.findUnique({ where: { id: 1 }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생성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newUser = await prisma.user.create({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  data: { name: "이은성", email: "test@test.com", password: "hashed" }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4-5. Prisma 마이그레이션 및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삭제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MySQL 설치 및 mydb 데이터베이스 생성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Prisma 스키마에 User 모델 정의 후 마이그레이션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Prisma를 이용해 사용자 CRUD API와 DB를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